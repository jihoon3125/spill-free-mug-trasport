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02020"/>
                </a:solidFill>
                <a:latin typeface="Arial"/>
              </a:rPr>
              <a:t>Grasp-Conditioned Spill-Free Mug Transport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66666"/>
                </a:solidFill>
                <a:latin typeface="Arial"/>
              </a:rPr>
              <a:t>Motion Planning Term Project  ·  Jihoon Yoon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112471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02020"/>
                </a:solidFill>
                <a:latin typeface="Arial"/>
              </a:rPr>
              <a:t>Given an affordance grasp (from my thesis), generate a 6-DoF arm trajectory that carries a mug WITHOUT spilling.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02020"/>
                </a:solidFill>
                <a:latin typeface="Arial"/>
              </a:rPr>
              <a:t>Key physics — the “waiter problem”: even an upright cup spills under acceleration, because the water feels effective gravity g − a.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02020"/>
                </a:solidFill>
                <a:latin typeface="Arial"/>
              </a:rPr>
              <a:t>Approach: CHOMP + a differentiable spill cost (apparent-gravity must stay in the cup’s rim cone); evaluate per grasp.</a:t>
            </a:r>
          </a:p>
        </p:txBody>
      </p:sp>
      <p:pic>
        <p:nvPicPr>
          <p:cNvPr id="5" name="Picture 4" descr="_gallery_st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6704" y="3017520"/>
            <a:ext cx="5878285" cy="3429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5105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Arial"/>
              </a:rPr>
              <a:t>Same tasks, 3 scenarios — top: Min-jerk spills · bottom: Ours keeps it in (illustration of the reduced slosh model)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02020"/>
                </a:solidFill>
                <a:latin typeface="Arial"/>
              </a:rPr>
              <a:t>Results &amp; Key Lessons</a:t>
            </a:r>
          </a:p>
        </p:txBody>
      </p:sp>
      <p:pic>
        <p:nvPicPr>
          <p:cNvPr id="3" name="Picture 2" descr="fig_method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713232"/>
            <a:ext cx="2603680" cy="1600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2322576"/>
            <a:ext cx="260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CA02C"/>
                </a:solidFill>
                <a:latin typeface="Arial"/>
              </a:rPr>
              <a:t>Ours: lowest spill + feasible</a:t>
            </a:r>
          </a:p>
        </p:txBody>
      </p:sp>
      <p:pic>
        <p:nvPicPr>
          <p:cNvPr id="5" name="Picture 4" descr="fig_gamma_pare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713232"/>
            <a:ext cx="2351018" cy="1600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2322576"/>
            <a:ext cx="235101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CA02C"/>
                </a:solidFill>
                <a:latin typeface="Arial"/>
              </a:rPr>
              <a:t>gamma trades spill vs feasibility</a:t>
            </a:r>
          </a:p>
        </p:txBody>
      </p:sp>
      <p:pic>
        <p:nvPicPr>
          <p:cNvPr id="7" name="Picture 6" descr="fig_filllev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697480"/>
            <a:ext cx="2355448" cy="1600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4306824"/>
            <a:ext cx="2355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CA02C"/>
                </a:solidFill>
                <a:latin typeface="Arial"/>
              </a:rPr>
              <a:t>robust up to ~half-full</a:t>
            </a:r>
          </a:p>
        </p:txBody>
      </p:sp>
      <p:pic>
        <p:nvPicPr>
          <p:cNvPr id="9" name="Picture 8" descr="fig_tstar_offs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2697480"/>
            <a:ext cx="2028825" cy="1600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0" y="4306824"/>
            <a:ext cx="202882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CA02C"/>
                </a:solidFill>
                <a:latin typeface="Arial"/>
              </a:rPr>
              <a:t>T* varies by grasp, not from geometry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526280"/>
            <a:ext cx="11521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02020"/>
                </a:solidFill>
                <a:latin typeface="Arial"/>
              </a:rPr>
              <a:t>Ours is the only method that is both nearly spill-free (1.1%) and joint-limit feasible (94%); baselines either spill or violate joint limits.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02020"/>
                </a:solidFill>
                <a:latin typeface="Arial"/>
              </a:rPr>
              <a:t>The spill weight gamma trades spill vs feasibility — gamma≈1 is the sweet spot (larger gamma triggers a degenerate, infeasible high-acceleration mode).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02020"/>
                </a:solidFill>
                <a:latin typeface="Arial"/>
              </a:rPr>
              <a:t>Robust up to a ~half-full mug (95% of grasps kept spill-free), degrading gracefully as it nears the brim.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CA02C"/>
                </a:solidFill>
                <a:latin typeface="Arial"/>
              </a:rPr>
              <a:t>Fastest feasible spill-free time varies by grasp (0.7–1.6 s), not predicted by geometry (r≈0); 36% of grasps unreachable ⇒ measure, don’t assume.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